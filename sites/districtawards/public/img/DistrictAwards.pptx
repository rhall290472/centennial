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D86BC-A4EE-E809-459A-F7F87DC46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5D2C1-6751-D165-5ADC-8AD3EB929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8ACBF-7233-1FC0-F841-F6F2BF6D1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9B52-D50A-4DBE-B65D-BFBB86530C5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ED418-344C-EC26-10CA-856450365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CB1BC-C6D9-ECCA-1F57-2CF8DD77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B126-3EF8-4222-BC5A-73A746D3F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710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81CAD-6844-E1AB-C21D-0FF727A6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91839-A5F2-5B40-F305-F47806354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90D36-A79D-5133-8F87-B29D5E1C1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9B52-D50A-4DBE-B65D-BFBB86530C5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7B8FE-0129-CB27-37BF-30F87B80B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AF8EE-D0F9-8BB7-DABF-F544BD04D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B126-3EF8-4222-BC5A-73A746D3F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9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242F4-EC85-3A34-A739-F7A5495FD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E3F74-84A5-BE1E-CB6B-B80684329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D160B-66EE-2888-D3C5-121DEF0D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9B52-D50A-4DBE-B65D-BFBB86530C5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2AE92-A38A-2A2B-B605-87E21AF1B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BED7A-D29E-10B4-BAB7-B2568B80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B126-3EF8-4222-BC5A-73A746D3F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591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D375-FE24-7565-D260-D8CD22D09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CBB98-0FCD-C2DA-4AEC-2FB6C1A649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369AE-55AF-ECCD-8DAC-A4DF18B4D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66115-41A6-86EE-85CF-13E6A11E9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9B52-D50A-4DBE-B65D-BFBB86530C5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988F5-3170-99ED-B45D-3AF8986CA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CC869-4AF9-FC1C-F001-1A58BBE47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B126-3EF8-4222-BC5A-73A746D3F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3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FAC1-06C4-A623-612B-4199E7AC0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74106-79F7-1C61-A3C7-43861AD46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9199C-3661-01E8-6CE6-56E644EB8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4F9C67-F1B8-F60C-7089-E5E82B05E7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7BB4EE-9538-0862-8C88-27661C5BF9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C6E86A-7244-8FFF-AEEC-2299FAB6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9B52-D50A-4DBE-B65D-BFBB86530C5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775F33-09B4-E614-A2F0-06AEE1D41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4851E8-5108-818B-E80D-52E5CB3DC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B126-3EF8-4222-BC5A-73A746D3F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31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AD40A-07C2-4DC3-3273-5A9CC495D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527635-0578-3741-0F8C-A42DD760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9B52-D50A-4DBE-B65D-BFBB86530C5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EDC46-42C0-DF4D-974C-A27595157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92B30-6D14-481F-0EFD-493E9580F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B126-3EF8-4222-BC5A-73A746D3F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8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89EE73-95DC-170C-3268-B376260A6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9B52-D50A-4DBE-B65D-BFBB86530C5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237F2-EFD8-BAC7-EDE0-B16D3441E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E948F-6EB7-26A6-421B-E11B96049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B126-3EF8-4222-BC5A-73A746D3F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84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9374-E19A-F49F-3422-58DD733F8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E20EF-681E-8935-058C-7562D3323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C659C-E1D5-C638-5EBF-C4BA850E4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D2903-F1B2-DA12-BB95-6E6AC412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9B52-D50A-4DBE-B65D-BFBB86530C5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F2867-B20F-F612-62AB-BC54602AD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5427C-2AE4-B5F2-78DB-562CCCDA2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B126-3EF8-4222-BC5A-73A746D3F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10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CB737-F42F-D419-DB17-818D5806D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5D4C25-C359-C611-D748-4FAF3201D1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93A818-4E95-0EF4-ED7E-61D6C7A4E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9BF58-6E8F-ABB7-C671-BD9D41C30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9B52-D50A-4DBE-B65D-BFBB86530C5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C9D4C-DAC1-ECEE-75E6-AC1193950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A715B-DAF1-A063-B767-F367ACCA8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B126-3EF8-4222-BC5A-73A746D3F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1E7C6-5B9C-A846-0B72-22FB6EA7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27696B-38C4-0AA3-A9B7-7CBC31477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1A6A2-BCFF-740C-C86A-C34572E6B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9B52-D50A-4DBE-B65D-BFBB86530C5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7F8C0-9903-9039-42D1-F117413C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36F9-3840-859F-1CA8-B10022D52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B126-3EF8-4222-BC5A-73A746D3F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1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02EF4-8C3C-7CA3-E08E-5A7B92605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D8303-C550-00E9-9D41-298DD076E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F1EFA-6B71-B413-5DC1-18A8FC46F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9B52-D50A-4DBE-B65D-BFBB86530C5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A5A4A-65E1-E030-E4F7-2380F0287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E0DD3-5A24-4107-63DE-C8059C91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B126-3EF8-4222-BC5A-73A746D3F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50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39640-28EC-F29D-A514-FDE045040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91797-BC94-8057-16B0-8124E0947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542F-2D7A-B4D6-022B-0B8B31D525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E9B52-D50A-4DBE-B65D-BFBB86530C5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35608-2806-4214-A1A1-3464A1A34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89715-A7D7-55C6-A276-91DFD7B6F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0B126-3EF8-4222-BC5A-73A746D3F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434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of a scout&#10;&#10;Description automatically generated">
            <a:extLst>
              <a:ext uri="{FF2B5EF4-FFF2-40B4-BE49-F238E27FC236}">
                <a16:creationId xmlns:a16="http://schemas.microsoft.com/office/drawing/2014/main" id="{2E200F48-F00B-F982-9B79-2A4F3B2E3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924"/>
            <a:ext cx="2743200" cy="3773424"/>
          </a:xfrm>
          <a:prstGeom prst="rect">
            <a:avLst/>
          </a:prstGeom>
        </p:spPr>
      </p:pic>
      <p:pic>
        <p:nvPicPr>
          <p:cNvPr id="1026" name="Picture 2" descr="District Award Of Merit Lapel Pin | Boy Scouts Of America">
            <a:extLst>
              <a:ext uri="{FF2B5EF4-FFF2-40B4-BE49-F238E27FC236}">
                <a16:creationId xmlns:a16="http://schemas.microsoft.com/office/drawing/2014/main" id="{AA51B4D2-4A6D-F6EB-63FF-A0CB9B426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8423" y="11288"/>
            <a:ext cx="3812313" cy="3776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C795814-34F0-E383-6B49-FB1AD6315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424869"/>
              </p:ext>
            </p:extLst>
          </p:nvPr>
        </p:nvGraphicFramePr>
        <p:xfrm>
          <a:off x="2547256" y="263032"/>
          <a:ext cx="5924940" cy="6133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9185">
                  <a:extLst>
                    <a:ext uri="{9D8B030D-6E8A-4147-A177-3AD203B41FA5}">
                      <a16:colId xmlns:a16="http://schemas.microsoft.com/office/drawing/2014/main" val="777762626"/>
                    </a:ext>
                  </a:extLst>
                </a:gridCol>
                <a:gridCol w="3125755">
                  <a:extLst>
                    <a:ext uri="{9D8B030D-6E8A-4147-A177-3AD203B41FA5}">
                      <a16:colId xmlns:a16="http://schemas.microsoft.com/office/drawing/2014/main" val="4254709273"/>
                    </a:ext>
                  </a:extLst>
                </a:gridCol>
              </a:tblGrid>
              <a:tr h="35172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Available Awards: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911963"/>
                  </a:ext>
                </a:extLst>
              </a:tr>
              <a:tr h="35172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District Award of Merit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520126"/>
                  </a:ext>
                </a:extLst>
              </a:tr>
              <a:tr h="35172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Scoutmaster of the Year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Rookie Scoutmaster of the Year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25194"/>
                  </a:ext>
                </a:extLst>
              </a:tr>
              <a:tr h="35172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Cubmaster of the Year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Rookie Cubmaster of the Year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140099"/>
                  </a:ext>
                </a:extLst>
              </a:tr>
              <a:tr h="35172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Crew Advisor of the Year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Rookie Crew Advisor of the Year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702662"/>
                  </a:ext>
                </a:extLst>
              </a:tr>
              <a:tr h="35172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Skipper of the Year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Rookie Skipper of the Year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729501"/>
                  </a:ext>
                </a:extLst>
              </a:tr>
              <a:tr h="35172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Pack Committee Member of the Year</a:t>
                      </a: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Rookie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Pack Committee Member of the Year</a:t>
                      </a: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089842"/>
                  </a:ext>
                </a:extLst>
              </a:tr>
              <a:tr h="35172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Troop Committee Member of the Year</a:t>
                      </a: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Rookie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Troop Committee Member of the Year</a:t>
                      </a: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347600"/>
                  </a:ext>
                </a:extLst>
              </a:tr>
              <a:tr h="60708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Crew/Skipper Committee Member of the Year</a:t>
                      </a: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Rookie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Crew/Skipper Committee Member of the Year</a:t>
                      </a: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262226"/>
                  </a:ext>
                </a:extLst>
              </a:tr>
              <a:tr h="35172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Commissioner of the Year</a:t>
                      </a: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Rookie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Commissioner of the Year</a:t>
                      </a: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483486"/>
                  </a:ext>
                </a:extLst>
              </a:tr>
              <a:tr h="60708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District Committee Member of the Year</a:t>
                      </a: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328"/>
                  </a:ext>
                </a:extLst>
              </a:tr>
              <a:tr h="35172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Bald Eagle Award</a:t>
                      </a: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317959"/>
                  </a:ext>
                </a:extLst>
              </a:tr>
              <a:tr h="35172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Friends of Scouting Award</a:t>
                      </a: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836023"/>
                  </a:ext>
                </a:extLst>
              </a:tr>
              <a:tr h="35172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902256"/>
                  </a:ext>
                </a:extLst>
              </a:tr>
              <a:tr h="35172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Junior Leader of the Year</a:t>
                      </a: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2601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C2DD235-6209-7F14-A220-20D8838A4A7C}"/>
              </a:ext>
            </a:extLst>
          </p:cNvPr>
          <p:cNvSpPr txBox="1"/>
          <p:nvPr/>
        </p:nvSpPr>
        <p:spPr>
          <a:xfrm>
            <a:off x="6951305" y="5750217"/>
            <a:ext cx="4942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Nominations are due by December Roundtable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Awards will be presented at the District Dinner</a:t>
            </a:r>
          </a:p>
        </p:txBody>
      </p:sp>
    </p:spTree>
    <p:extLst>
      <p:ext uri="{BB962C8B-B14F-4D97-AF65-F5344CB8AC3E}">
        <p14:creationId xmlns:p14="http://schemas.microsoft.com/office/powerpoint/2010/main" val="3306962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129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Hall, Richard</dc:creator>
  <cp:lastModifiedBy>Hall, Richard</cp:lastModifiedBy>
  <cp:revision>1</cp:revision>
  <dcterms:created xsi:type="dcterms:W3CDTF">2024-01-09T15:25:20Z</dcterms:created>
  <dcterms:modified xsi:type="dcterms:W3CDTF">2024-01-09T15:35:37Z</dcterms:modified>
</cp:coreProperties>
</file>